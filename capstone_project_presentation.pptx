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B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15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963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04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86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568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23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316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939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66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79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753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967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619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872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70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834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111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E5FC93-BAA4-47D4-BA6C-B90061B03998}" type="datetimeFigureOut">
              <a:rPr lang="en-IN" smtClean="0"/>
              <a:t>19-09-2024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53106A-C06F-45CD-9650-F005CACE3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8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  <p:sldLayoutId id="2147484063" r:id="rId12"/>
    <p:sldLayoutId id="2147484064" r:id="rId13"/>
    <p:sldLayoutId id="2147484065" r:id="rId14"/>
    <p:sldLayoutId id="2147484066" r:id="rId15"/>
    <p:sldLayoutId id="2147484067" r:id="rId16"/>
    <p:sldLayoutId id="214748406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40DF-50B2-42EA-8FFC-DD660E8B5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5024" y="1634051"/>
            <a:ext cx="10299405" cy="1408749"/>
          </a:xfrm>
        </p:spPr>
        <p:txBody>
          <a:bodyPr>
            <a:normAutofit/>
          </a:bodyPr>
          <a:lstStyle/>
          <a:p>
            <a:r>
              <a:rPr lang="en-GB" sz="4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Churn Prediction and Campaign Optimization for SkyPlay DTH Services</a:t>
            </a:r>
            <a:endParaRPr lang="en-IN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49517-44C6-43A1-A8F7-C232E3BA7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4593199"/>
            <a:ext cx="9144000" cy="63075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GB" sz="2400" b="1" dirty="0">
                <a:ln/>
                <a:solidFill>
                  <a:schemeClr val="accent4"/>
                </a:solidFill>
              </a:rPr>
              <a:t>Capstone Project by Shreekar. M R, Student ID: 212VBBR01213</a:t>
            </a:r>
            <a:endParaRPr lang="en-IN" sz="2400" b="1" dirty="0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9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/>
                </a:solidFill>
                <a:latin typeface="Algerian" panose="04020705040A02060702" pitchFamily="82" charset="0"/>
              </a:rPr>
              <a:t>Problem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AA4D9-179C-4020-BCBC-D5F731AAC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SkyPlay DTH Services faces significant customer churn, which negatively impacts profitability.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   The objective is to build a churn prediction model and create segmented offers that increase customer retention while balancing profitability.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45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/>
                </a:solidFill>
                <a:latin typeface="Algerian" panose="04020705040A02060702" pitchFamily="82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AA4D9-179C-4020-BCBC-D5F731AA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178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dataset includes customer demographics, service usage, and financial information.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   Key features: Tenure, Service Score, Revenue Growth, Customer Care Contacts, Churn.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7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06978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/>
                </a:solidFill>
                <a:latin typeface="Algerian" panose="04020705040A02060702" pitchFamily="82" charset="0"/>
              </a:rPr>
              <a:t>Dataset Overview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A9583DE-60A6-4F24-963F-28039FA1B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5" y="1642730"/>
            <a:ext cx="7612911" cy="4182726"/>
          </a:xfrm>
        </p:spPr>
      </p:pic>
    </p:spTree>
    <p:extLst>
      <p:ext uri="{BB962C8B-B14F-4D97-AF65-F5344CB8AC3E}">
        <p14:creationId xmlns:p14="http://schemas.microsoft.com/office/powerpoint/2010/main" val="152186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/>
                </a:solidFill>
                <a:latin typeface="Algerian" panose="04020705040A02060702" pitchFamily="82" charset="0"/>
              </a:rPr>
              <a:t> Approach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AA4D9-179C-4020-BCBC-D5F731AA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178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Preprocessing: Handled missing values using KNN imputation, capped outliers.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Feature Engineering: Created interaction variables and ratio features.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Algorithms: Tested models like Logistic Regression, Decision Trees, and XGBoost.</a:t>
            </a:r>
          </a:p>
        </p:txBody>
      </p:sp>
    </p:spTree>
    <p:extLst>
      <p:ext uri="{BB962C8B-B14F-4D97-AF65-F5344CB8AC3E}">
        <p14:creationId xmlns:p14="http://schemas.microsoft.com/office/powerpoint/2010/main" val="3754260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/>
                </a:solidFill>
                <a:latin typeface="Algerian" panose="04020705040A02060702" pitchFamily="82" charset="0"/>
              </a:rPr>
              <a:t>Model in Action: XGBoost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AA4D9-179C-4020-BCBC-D5F731AA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29434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XGBoost was chosen as the best-performing model based on evaluation metrics.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Predicts churn probability for customers using features like Tenure and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400937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612" y="366824"/>
            <a:ext cx="10018713" cy="175259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/>
                </a:solidFill>
                <a:latin typeface="Algerian" panose="04020705040A02060702" pitchFamily="82" charset="0"/>
              </a:rPr>
              <a:t>Model in Action: XGBoost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9B14BC-9BE2-4A6F-AFF1-97BBAE77F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557" y="2119423"/>
            <a:ext cx="8890767" cy="3972076"/>
          </a:xfrm>
        </p:spPr>
      </p:pic>
    </p:spTree>
    <p:extLst>
      <p:ext uri="{BB962C8B-B14F-4D97-AF65-F5344CB8AC3E}">
        <p14:creationId xmlns:p14="http://schemas.microsoft.com/office/powerpoint/2010/main" val="1268495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/>
                </a:solidFill>
                <a:latin typeface="Algerian" panose="04020705040A02060702" pitchFamily="82" charset="0"/>
              </a:rPr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AA4D9-179C-4020-BCBC-D5F731AA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29434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XGBoost achieved high recall and ROC-AUC scores, making it the best model for minimizing false negatives.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Confusion matrix shows the distribution of correct and incorrect predictions.</a:t>
            </a:r>
          </a:p>
        </p:txBody>
      </p:sp>
    </p:spTree>
    <p:extLst>
      <p:ext uri="{BB962C8B-B14F-4D97-AF65-F5344CB8AC3E}">
        <p14:creationId xmlns:p14="http://schemas.microsoft.com/office/powerpoint/2010/main" val="2903194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49817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/>
                </a:solidFill>
                <a:latin typeface="Algerian" panose="04020705040A02060702" pitchFamily="82" charset="0"/>
              </a:rPr>
              <a:t>Model Evaluation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54A4AB-9DE9-447C-9D8A-E19F844E5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1" y="1984579"/>
            <a:ext cx="5350447" cy="3798035"/>
          </a:xfrm>
          <a:prstGeom prst="rect">
            <a:avLst/>
          </a:prstGeom>
        </p:spPr>
      </p:pic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353261A3-1B81-4829-ABD2-870E04E082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012491" y="1984579"/>
            <a:ext cx="4951982" cy="379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9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E8D-CA61-414F-AB38-DC260707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3618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dirty="0">
                <a:ln/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Feature Importance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252996-D202-4BB0-93FF-B3312F4EB079}"/>
              </a:ext>
            </a:extLst>
          </p:cNvPr>
          <p:cNvSpPr txBox="1">
            <a:spLocks/>
          </p:cNvSpPr>
          <p:nvPr/>
        </p:nvSpPr>
        <p:spPr>
          <a:xfrm>
            <a:off x="2082085" y="1711817"/>
            <a:ext cx="8915400" cy="760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XGBoost identifies Tenure, Service Score, and Revenue Growth as the most important features for predicting churn.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215B15E-B783-4F36-BEC6-D489D02F9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2809" y="2675944"/>
            <a:ext cx="6821715" cy="372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44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F235-79B4-4BB7-8CFE-E43DDF68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n w="0"/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Customer Segmentation</a:t>
            </a:r>
            <a:endParaRPr lang="en-IN" dirty="0">
              <a:ln w="0"/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934DF-5967-4538-99B5-762FF9EE5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424" y="2071913"/>
            <a:ext cx="10018713" cy="17525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Customers are segmented into High, Medium, and Low-risk groups based on churn probabilities.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66D2CB-2509-49ED-B633-E3A00BA0E1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780" y="4056741"/>
            <a:ext cx="3535826" cy="101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07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F235-79B4-4BB7-8CFE-E43DDF68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n w="0"/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Conclusion and Results</a:t>
            </a:r>
            <a:endParaRPr lang="en-IN" dirty="0">
              <a:ln w="0"/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934DF-5967-4538-99B5-762FF9EE5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486" y="2831767"/>
            <a:ext cx="10018713" cy="22038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XGBoost was the best model for churn prediction.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Customer segmentation allows for targeted retention strategies that balance effectiveness and cost.</a:t>
            </a:r>
          </a:p>
          <a:p>
            <a:pPr>
              <a:lnSpc>
                <a:spcPct val="15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48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F235-79B4-4BB7-8CFE-E43DDF68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795" y="1946857"/>
            <a:ext cx="10018713" cy="175259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n w="0"/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  <a:endParaRPr lang="en-IN" dirty="0">
              <a:ln w="0"/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595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128</TotalTime>
  <Words>272</Words>
  <Application>Microsoft Office PowerPoint</Application>
  <PresentationFormat>Widescreen</PresentationFormat>
  <Paragraphs>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Algerian</vt:lpstr>
      <vt:lpstr>Arial</vt:lpstr>
      <vt:lpstr>Corbel</vt:lpstr>
      <vt:lpstr>Parallax</vt:lpstr>
      <vt:lpstr>Churn Prediction and Campaign Optimization for SkyPlay DTH Services</vt:lpstr>
      <vt:lpstr>Problem Overview</vt:lpstr>
      <vt:lpstr>Dataset Overview</vt:lpstr>
      <vt:lpstr>Dataset Overview</vt:lpstr>
      <vt:lpstr> Approach &amp; Methodology</vt:lpstr>
      <vt:lpstr>Model in Action: XGBoost</vt:lpstr>
      <vt:lpstr>Model in Action: XGBoost</vt:lpstr>
      <vt:lpstr>Model Evaluation</vt:lpstr>
      <vt:lpstr>Model Evaluation</vt:lpstr>
      <vt:lpstr>Feature Importance</vt:lpstr>
      <vt:lpstr>Customer Segmentation</vt:lpstr>
      <vt:lpstr>Conclusion and Results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Shreekar M R</dc:creator>
  <cp:lastModifiedBy>Shreekar M R</cp:lastModifiedBy>
  <cp:revision>16</cp:revision>
  <dcterms:created xsi:type="dcterms:W3CDTF">2024-09-18T09:28:26Z</dcterms:created>
  <dcterms:modified xsi:type="dcterms:W3CDTF">2024-09-19T02:52:12Z</dcterms:modified>
</cp:coreProperties>
</file>